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  <p:sldId id="263" r:id="rId14"/>
    <p:sldId id="264" r:id="rId15"/>
    <p:sldId id="265" r:id="rId16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059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7754471" y="3699802"/>
            <a:ext cx="3585882" cy="18812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Ms. ADEEBA AAISHA F 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ASSISTANT/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  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962526" y="593117"/>
            <a:ext cx="9994232" cy="27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50000"/>
              </a:lnSpc>
              <a:buSzPts val="3200"/>
            </a:pPr>
            <a:r>
              <a:rPr lang="en-US" sz="27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Edge-Optimized Multimodal System for Regional Code-Mixed Speech Emotion and Speaker Recognition</a:t>
            </a:r>
            <a:endParaRPr sz="27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053C89-0ADF-78A6-75C6-C0A8EEA205D1}"/>
              </a:ext>
            </a:extLst>
          </p:cNvPr>
          <p:cNvSpPr txBox="1"/>
          <p:nvPr/>
        </p:nvSpPr>
        <p:spPr>
          <a:xfrm>
            <a:off x="1365250" y="3681611"/>
            <a:ext cx="4593098" cy="198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ABETHA M K           - 2403811724322001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ACHUTHAN G K R - 2403811724321002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ADARSHINI M         - 2403811724322003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HARIHARAN R      - 2403811724321028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985548" y="1556792"/>
            <a:ext cx="10520363" cy="502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Architecture diagram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2070847" y="1843971"/>
            <a:ext cx="7915835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lightweight Multimodal Speech Emotion Recognition (SER) system for code-mixed languages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MobileNetV3 for audio analysis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understanding. With Gated Fusion and ONNX Runtime, it enables real-time, privacy-preserving emotion detection directly on edge devices with low computational overhead.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20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speaker from voice characteristics.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speaker's emotional state.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regional code-mixed speech.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fast and privacy-preserving edge processing.</a:t>
            </a: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625" y="1459600"/>
            <a:ext cx="4823826" cy="5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7B51C5-4A07-E385-820C-D0901B679E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179" b="7958"/>
          <a:stretch>
            <a:fillRect/>
          </a:stretch>
        </p:blipFill>
        <p:spPr>
          <a:xfrm>
            <a:off x="952500" y="1378500"/>
            <a:ext cx="10287000" cy="5032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2365225" y="1843971"/>
            <a:ext cx="91251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supports monolingual speech.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use heavy deep learning models.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processing causes latency and dependency.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and emotion recognition are often separate tasks.</a:t>
            </a: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614155" y="1379618"/>
            <a:ext cx="9604451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Edge-AI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Combines audio features and speech-text information for better recognition.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MobileNetV3 for speaker/vocal features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code-mixed emotional context.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Fusion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Intelligently combines both modalities to improve emotion and speaker prediction.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&amp; Private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ONNX Runtime for low-latency processing directly on local/edge devices without cloud dependency. </a:t>
            </a: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8664C-99AE-432F-9840-6E07129F12BF}"/>
              </a:ext>
            </a:extLst>
          </p:cNvPr>
          <p:cNvSpPr txBox="1"/>
          <p:nvPr/>
        </p:nvSpPr>
        <p:spPr>
          <a:xfrm>
            <a:off x="3048000" y="1746157"/>
            <a:ext cx="6965576" cy="307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Audio Engineering (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sounddevice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NumPy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Voice Biometrics (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scikit-learn SVM)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Distilled Transformers (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Whisper-Tiny &amp;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 Execution &amp; UI (ONNX Runtime &amp;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54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5F65E6-0C00-4E9E-A1C7-7E44C7E1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B91B1F-A4C1-4EB2-8813-31821585F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Audio Engineering (sound device &amp; NumPy) 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sound device/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live microphone audio and NumPy to process audio signals efficiently in memory. It supports real-time audio normalization and segmentation for faster emotion recognition.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000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Biometrics</a:t>
            </a:r>
            <a:r>
              <a:rPr lang="en-US" sz="1400" dirty="0"/>
              <a:t>.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MFCC features representing voice characteristics and Scikit-learn SVM to classify speaker patterns efficiently with low computational overhead.</a:t>
            </a:r>
            <a:endParaRPr lang="en-US" sz="20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Google Shape;270;p7">
            <a:extLst>
              <a:ext uri="{FF2B5EF4-FFF2-40B4-BE49-F238E27FC236}">
                <a16:creationId xmlns:a16="http://schemas.microsoft.com/office/drawing/2014/main" id="{56E9A84A-8BA3-4AB8-BA56-C581423F1B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8393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71;p7">
            <a:extLst>
              <a:ext uri="{FF2B5EF4-FFF2-40B4-BE49-F238E27FC236}">
                <a16:creationId xmlns:a16="http://schemas.microsoft.com/office/drawing/2014/main" id="{F4A6689F-B6A0-40F0-ADCA-D9BFDB459A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3905" y="258763"/>
            <a:ext cx="1162983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248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5F65E6-0C00-4E9E-A1C7-7E44C7E1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B91B1F-A4C1-4EB2-8813-31821585F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Transformers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1200" dirty="0"/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Whisper-Tiny to convert speech into text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contextual and emotional cues in regional, code-mixed languages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classifying emotions such as joy, sadness, anger, fear, and neutral..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1000" dirty="0"/>
              <a:t> </a:t>
            </a:r>
            <a:r>
              <a:rPr lang="en-US" sz="1400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Execution &amp; UI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1200" dirty="0"/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ONNX Runtime to optimize model inference for efficient edge deployment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dashboard displaying live audio input, speech transcripts, and predicted emotions in real time..</a:t>
            </a:r>
            <a:endParaRPr lang="en-US" sz="20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Google Shape;270;p7">
            <a:extLst>
              <a:ext uri="{FF2B5EF4-FFF2-40B4-BE49-F238E27FC236}">
                <a16:creationId xmlns:a16="http://schemas.microsoft.com/office/drawing/2014/main" id="{56E9A84A-8BA3-4AB8-BA56-C581423F1B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8393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71;p7">
            <a:extLst>
              <a:ext uri="{FF2B5EF4-FFF2-40B4-BE49-F238E27FC236}">
                <a16:creationId xmlns:a16="http://schemas.microsoft.com/office/drawing/2014/main" id="{F4A6689F-B6A0-40F0-ADCA-D9BFDB459A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3905" y="258763"/>
            <a:ext cx="1162983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20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speaker and emotion recognition in one system.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processing improves speech understanding.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support edge deployment.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 improves privacy and response speed.</a:t>
            </a: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2031206" y="1624012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Indian regional languages.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using larger code-mixed datasets.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multi-speaker detection.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models further for mobile and embedded devices.</a:t>
            </a:r>
          </a:p>
          <a:p>
            <a:pPr marL="457200" lvl="0" indent="0" algn="just" rtl="0">
              <a:lnSpc>
                <a:spcPct val="150000"/>
              </a:lnSpc>
              <a:spcBef>
                <a:spcPts val="1425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541</Words>
  <Application>Microsoft Office PowerPoint</Application>
  <PresentationFormat>Widescreen</PresentationFormat>
  <Paragraphs>76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EXISTING SYSTEM</vt:lpstr>
      <vt:lpstr>PROPOSED SYSTEM</vt:lpstr>
      <vt:lpstr>MODULES</vt:lpstr>
      <vt:lpstr> MODULES</vt:lpstr>
      <vt:lpstr> MODULES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Adarshini M</dc:creator>
  <cp:lastModifiedBy>stud</cp:lastModifiedBy>
  <cp:revision>4</cp:revision>
  <dcterms:modified xsi:type="dcterms:W3CDTF">2026-10-12T05:06:42Z</dcterms:modified>
</cp:coreProperties>
</file>